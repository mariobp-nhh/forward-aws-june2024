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66" r:id="rId4"/>
    <p:sldId id="272" r:id="rId5"/>
    <p:sldId id="268" r:id="rId6"/>
    <p:sldId id="273" r:id="rId7"/>
    <p:sldId id="275" r:id="rId8"/>
    <p:sldId id="276" r:id="rId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Øyvind Sunde" userId="4988c3c6-0fd5-4f1d-9969-c9e164673b47" providerId="ADAL" clId="{8AED860F-64DE-4933-846A-7DDE549A401D}"/>
    <pc:docChg chg="modSld">
      <pc:chgData name="Øyvind Sunde" userId="4988c3c6-0fd5-4f1d-9969-c9e164673b47" providerId="ADAL" clId="{8AED860F-64DE-4933-846A-7DDE549A401D}" dt="2022-01-07T06:19:53.452" v="2"/>
      <pc:docMkLst>
        <pc:docMk/>
      </pc:docMkLst>
      <pc:sldChg chg="modSp mod">
        <pc:chgData name="Øyvind Sunde" userId="4988c3c6-0fd5-4f1d-9969-c9e164673b47" providerId="ADAL" clId="{8AED860F-64DE-4933-846A-7DDE549A401D}" dt="2022-01-07T06:19:53.452" v="2"/>
        <pc:sldMkLst>
          <pc:docMk/>
          <pc:sldMk cId="1235821038" sldId="256"/>
        </pc:sldMkLst>
        <pc:spChg chg="mod">
          <ac:chgData name="Øyvind Sunde" userId="4988c3c6-0fd5-4f1d-9969-c9e164673b47" providerId="ADAL" clId="{8AED860F-64DE-4933-846A-7DDE549A401D}" dt="2022-01-07T06:19:53.452" v="2"/>
          <ac:spMkLst>
            <pc:docMk/>
            <pc:sldMk cId="1235821038" sldId="256"/>
            <ac:spMk id="3" creationId="{FA431261-C4FA-43A3-9B6E-68A6F30B13CC}"/>
          </ac:spMkLst>
        </pc:spChg>
      </pc:sldChg>
    </pc:docChg>
  </pc:docChgLst>
  <pc:docChgLst>
    <pc:chgData name="Øyvind Sunde" userId="4988c3c6-0fd5-4f1d-9969-c9e164673b47" providerId="ADAL" clId="{18F13932-2B1C-4277-BCC0-468F8C093B41}"/>
    <pc:docChg chg="custSel addSld delSld modSld">
      <pc:chgData name="Øyvind Sunde" userId="4988c3c6-0fd5-4f1d-9969-c9e164673b47" providerId="ADAL" clId="{18F13932-2B1C-4277-BCC0-468F8C093B41}" dt="2021-01-07T20:15:29.451" v="2804" actId="6549"/>
      <pc:docMkLst>
        <pc:docMk/>
      </pc:docMkLst>
      <pc:sldChg chg="modSp mod">
        <pc:chgData name="Øyvind Sunde" userId="4988c3c6-0fd5-4f1d-9969-c9e164673b47" providerId="ADAL" clId="{18F13932-2B1C-4277-BCC0-468F8C093B41}" dt="2020-12-28T10:44:10.279" v="31" actId="20577"/>
        <pc:sldMkLst>
          <pc:docMk/>
          <pc:sldMk cId="1235821038" sldId="256"/>
        </pc:sldMkLst>
        <pc:spChg chg="mod">
          <ac:chgData name="Øyvind Sunde" userId="4988c3c6-0fd5-4f1d-9969-c9e164673b47" providerId="ADAL" clId="{18F13932-2B1C-4277-BCC0-468F8C093B41}" dt="2020-12-28T10:44:10.279" v="31" actId="20577"/>
          <ac:spMkLst>
            <pc:docMk/>
            <pc:sldMk cId="1235821038" sldId="256"/>
            <ac:spMk id="2" creationId="{D5DD7685-C9CE-454E-872F-8BCAC8BFD6E9}"/>
          </ac:spMkLst>
        </pc:spChg>
        <pc:spChg chg="mod">
          <ac:chgData name="Øyvind Sunde" userId="4988c3c6-0fd5-4f1d-9969-c9e164673b47" providerId="ADAL" clId="{18F13932-2B1C-4277-BCC0-468F8C093B41}" dt="2020-12-28T10:44:00.993" v="6" actId="20577"/>
          <ac:spMkLst>
            <pc:docMk/>
            <pc:sldMk cId="1235821038" sldId="256"/>
            <ac:spMk id="3" creationId="{FA431261-C4FA-43A3-9B6E-68A6F30B13CC}"/>
          </ac:spMkLst>
        </pc:spChg>
      </pc:sldChg>
      <pc:sldChg chg="del">
        <pc:chgData name="Øyvind Sunde" userId="4988c3c6-0fd5-4f1d-9969-c9e164673b47" providerId="ADAL" clId="{18F13932-2B1C-4277-BCC0-468F8C093B41}" dt="2020-12-28T10:44:16.003" v="33" actId="47"/>
        <pc:sldMkLst>
          <pc:docMk/>
          <pc:sldMk cId="2492623321" sldId="257"/>
        </pc:sldMkLst>
      </pc:sldChg>
      <pc:sldChg chg="del">
        <pc:chgData name="Øyvind Sunde" userId="4988c3c6-0fd5-4f1d-9969-c9e164673b47" providerId="ADAL" clId="{18F13932-2B1C-4277-BCC0-468F8C093B41}" dt="2020-12-28T10:44:19.960" v="36" actId="47"/>
        <pc:sldMkLst>
          <pc:docMk/>
          <pc:sldMk cId="2563317552" sldId="258"/>
        </pc:sldMkLst>
      </pc:sldChg>
      <pc:sldChg chg="del">
        <pc:chgData name="Øyvind Sunde" userId="4988c3c6-0fd5-4f1d-9969-c9e164673b47" providerId="ADAL" clId="{18F13932-2B1C-4277-BCC0-468F8C093B41}" dt="2020-12-28T10:44:17.358" v="34" actId="47"/>
        <pc:sldMkLst>
          <pc:docMk/>
          <pc:sldMk cId="3834413852" sldId="259"/>
        </pc:sldMkLst>
      </pc:sldChg>
      <pc:sldChg chg="del">
        <pc:chgData name="Øyvind Sunde" userId="4988c3c6-0fd5-4f1d-9969-c9e164673b47" providerId="ADAL" clId="{18F13932-2B1C-4277-BCC0-468F8C093B41}" dt="2020-12-28T10:44:14.987" v="32" actId="47"/>
        <pc:sldMkLst>
          <pc:docMk/>
          <pc:sldMk cId="1085977142" sldId="260"/>
        </pc:sldMkLst>
      </pc:sldChg>
      <pc:sldChg chg="del">
        <pc:chgData name="Øyvind Sunde" userId="4988c3c6-0fd5-4f1d-9969-c9e164673b47" providerId="ADAL" clId="{18F13932-2B1C-4277-BCC0-468F8C093B41}" dt="2020-12-28T10:44:18.536" v="35" actId="47"/>
        <pc:sldMkLst>
          <pc:docMk/>
          <pc:sldMk cId="3933584088" sldId="261"/>
        </pc:sldMkLst>
      </pc:sldChg>
      <pc:sldChg chg="del">
        <pc:chgData name="Øyvind Sunde" userId="4988c3c6-0fd5-4f1d-9969-c9e164673b47" providerId="ADAL" clId="{18F13932-2B1C-4277-BCC0-468F8C093B41}" dt="2020-12-28T10:44:22.255" v="38" actId="47"/>
        <pc:sldMkLst>
          <pc:docMk/>
          <pc:sldMk cId="4230502468" sldId="262"/>
        </pc:sldMkLst>
      </pc:sldChg>
      <pc:sldChg chg="del">
        <pc:chgData name="Øyvind Sunde" userId="4988c3c6-0fd5-4f1d-9969-c9e164673b47" providerId="ADAL" clId="{18F13932-2B1C-4277-BCC0-468F8C093B41}" dt="2020-12-28T10:44:23.608" v="39" actId="47"/>
        <pc:sldMkLst>
          <pc:docMk/>
          <pc:sldMk cId="1073020755" sldId="263"/>
        </pc:sldMkLst>
      </pc:sldChg>
      <pc:sldChg chg="del">
        <pc:chgData name="Øyvind Sunde" userId="4988c3c6-0fd5-4f1d-9969-c9e164673b47" providerId="ADAL" clId="{18F13932-2B1C-4277-BCC0-468F8C093B41}" dt="2020-12-28T10:44:20.985" v="37" actId="47"/>
        <pc:sldMkLst>
          <pc:docMk/>
          <pc:sldMk cId="318387121" sldId="264"/>
        </pc:sldMkLst>
      </pc:sldChg>
      <pc:sldChg chg="del">
        <pc:chgData name="Øyvind Sunde" userId="4988c3c6-0fd5-4f1d-9969-c9e164673b47" providerId="ADAL" clId="{18F13932-2B1C-4277-BCC0-468F8C093B41}" dt="2020-12-28T10:44:27.703" v="40" actId="47"/>
        <pc:sldMkLst>
          <pc:docMk/>
          <pc:sldMk cId="2528859201" sldId="265"/>
        </pc:sldMkLst>
      </pc:sldChg>
      <pc:sldChg chg="modSp mod">
        <pc:chgData name="Øyvind Sunde" userId="4988c3c6-0fd5-4f1d-9969-c9e164673b47" providerId="ADAL" clId="{18F13932-2B1C-4277-BCC0-468F8C093B41}" dt="2021-01-07T19:31:38.404" v="90" actId="113"/>
        <pc:sldMkLst>
          <pc:docMk/>
          <pc:sldMk cId="765483078" sldId="268"/>
        </pc:sldMkLst>
        <pc:spChg chg="mod">
          <ac:chgData name="Øyvind Sunde" userId="4988c3c6-0fd5-4f1d-9969-c9e164673b47" providerId="ADAL" clId="{18F13932-2B1C-4277-BCC0-468F8C093B41}" dt="2021-01-07T19:31:38.404" v="90" actId="113"/>
          <ac:spMkLst>
            <pc:docMk/>
            <pc:sldMk cId="765483078" sldId="268"/>
            <ac:spMk id="3" creationId="{C5BAE61B-441C-4FAB-A1CF-72565A40B463}"/>
          </ac:spMkLst>
        </pc:spChg>
      </pc:sldChg>
      <pc:sldChg chg="addSp delSp modSp mod">
        <pc:chgData name="Øyvind Sunde" userId="4988c3c6-0fd5-4f1d-9969-c9e164673b47" providerId="ADAL" clId="{18F13932-2B1C-4277-BCC0-468F8C093B41}" dt="2020-12-28T10:45:37.505" v="89" actId="20577"/>
        <pc:sldMkLst>
          <pc:docMk/>
          <pc:sldMk cId="2378396444" sldId="271"/>
        </pc:sldMkLst>
        <pc:spChg chg="del">
          <ac:chgData name="Øyvind Sunde" userId="4988c3c6-0fd5-4f1d-9969-c9e164673b47" providerId="ADAL" clId="{18F13932-2B1C-4277-BCC0-468F8C093B41}" dt="2020-12-28T10:45:14.114" v="44" actId="21"/>
          <ac:spMkLst>
            <pc:docMk/>
            <pc:sldMk cId="2378396444" sldId="271"/>
            <ac:spMk id="2" creationId="{334B9DE2-22AE-4FB9-82CE-F1798797CCD0}"/>
          </ac:spMkLst>
        </pc:spChg>
        <pc:spChg chg="mod">
          <ac:chgData name="Øyvind Sunde" userId="4988c3c6-0fd5-4f1d-9969-c9e164673b47" providerId="ADAL" clId="{18F13932-2B1C-4277-BCC0-468F8C093B41}" dt="2020-12-28T10:45:00.959" v="42" actId="1076"/>
          <ac:spMkLst>
            <pc:docMk/>
            <pc:sldMk cId="2378396444" sldId="271"/>
            <ac:spMk id="3" creationId="{93581094-CE4E-43C5-9426-4A5808964162}"/>
          </ac:spMkLst>
        </pc:spChg>
        <pc:spChg chg="mod">
          <ac:chgData name="Øyvind Sunde" userId="4988c3c6-0fd5-4f1d-9969-c9e164673b47" providerId="ADAL" clId="{18F13932-2B1C-4277-BCC0-468F8C093B41}" dt="2020-12-28T10:45:06.209" v="43" actId="1076"/>
          <ac:spMkLst>
            <pc:docMk/>
            <pc:sldMk cId="2378396444" sldId="271"/>
            <ac:spMk id="4" creationId="{DB25F729-C22C-48B8-9582-876C70D0879D}"/>
          </ac:spMkLst>
        </pc:spChg>
        <pc:spChg chg="mod">
          <ac:chgData name="Øyvind Sunde" userId="4988c3c6-0fd5-4f1d-9969-c9e164673b47" providerId="ADAL" clId="{18F13932-2B1C-4277-BCC0-468F8C093B41}" dt="2020-12-28T10:45:00.959" v="42" actId="1076"/>
          <ac:spMkLst>
            <pc:docMk/>
            <pc:sldMk cId="2378396444" sldId="271"/>
            <ac:spMk id="5" creationId="{FEFF1C8C-777A-406D-A132-F69DDA4A3A0E}"/>
          </ac:spMkLst>
        </pc:spChg>
        <pc:spChg chg="del">
          <ac:chgData name="Øyvind Sunde" userId="4988c3c6-0fd5-4f1d-9969-c9e164673b47" providerId="ADAL" clId="{18F13932-2B1C-4277-BCC0-468F8C093B41}" dt="2020-12-28T10:44:51.033" v="41" actId="478"/>
          <ac:spMkLst>
            <pc:docMk/>
            <pc:sldMk cId="2378396444" sldId="271"/>
            <ac:spMk id="6" creationId="{67832115-1BC9-4C1A-847C-190FE9994754}"/>
          </ac:spMkLst>
        </pc:spChg>
        <pc:spChg chg="mod">
          <ac:chgData name="Øyvind Sunde" userId="4988c3c6-0fd5-4f1d-9969-c9e164673b47" providerId="ADAL" clId="{18F13932-2B1C-4277-BCC0-468F8C093B41}" dt="2020-12-28T10:45:00.959" v="42" actId="1076"/>
          <ac:spMkLst>
            <pc:docMk/>
            <pc:sldMk cId="2378396444" sldId="271"/>
            <ac:spMk id="7" creationId="{468CCF60-53BB-4145-B236-123C02EB1BA4}"/>
          </ac:spMkLst>
        </pc:spChg>
        <pc:spChg chg="mod">
          <ac:chgData name="Øyvind Sunde" userId="4988c3c6-0fd5-4f1d-9969-c9e164673b47" providerId="ADAL" clId="{18F13932-2B1C-4277-BCC0-468F8C093B41}" dt="2020-12-28T10:45:00.959" v="42" actId="1076"/>
          <ac:spMkLst>
            <pc:docMk/>
            <pc:sldMk cId="2378396444" sldId="271"/>
            <ac:spMk id="8" creationId="{08350A53-B87D-4C12-A52B-87B2352D99AA}"/>
          </ac:spMkLst>
        </pc:spChg>
        <pc:spChg chg="mod">
          <ac:chgData name="Øyvind Sunde" userId="4988c3c6-0fd5-4f1d-9969-c9e164673b47" providerId="ADAL" clId="{18F13932-2B1C-4277-BCC0-468F8C093B41}" dt="2020-12-28T10:45:06.209" v="43" actId="1076"/>
          <ac:spMkLst>
            <pc:docMk/>
            <pc:sldMk cId="2378396444" sldId="271"/>
            <ac:spMk id="9" creationId="{44EC3937-ED52-41B0-92D5-42299D27DD5F}"/>
          </ac:spMkLst>
        </pc:spChg>
        <pc:spChg chg="mod">
          <ac:chgData name="Øyvind Sunde" userId="4988c3c6-0fd5-4f1d-9969-c9e164673b47" providerId="ADAL" clId="{18F13932-2B1C-4277-BCC0-468F8C093B41}" dt="2020-12-28T10:45:00.959" v="42" actId="1076"/>
          <ac:spMkLst>
            <pc:docMk/>
            <pc:sldMk cId="2378396444" sldId="271"/>
            <ac:spMk id="10" creationId="{ED7887EB-E209-4869-B811-F4314D1ECF37}"/>
          </ac:spMkLst>
        </pc:spChg>
        <pc:spChg chg="mod">
          <ac:chgData name="Øyvind Sunde" userId="4988c3c6-0fd5-4f1d-9969-c9e164673b47" providerId="ADAL" clId="{18F13932-2B1C-4277-BCC0-468F8C093B41}" dt="2020-12-28T10:45:06.209" v="43" actId="1076"/>
          <ac:spMkLst>
            <pc:docMk/>
            <pc:sldMk cId="2378396444" sldId="271"/>
            <ac:spMk id="11" creationId="{29005C10-87F8-4505-B2FC-4C944D1F17E2}"/>
          </ac:spMkLst>
        </pc:spChg>
        <pc:spChg chg="mod">
          <ac:chgData name="Øyvind Sunde" userId="4988c3c6-0fd5-4f1d-9969-c9e164673b47" providerId="ADAL" clId="{18F13932-2B1C-4277-BCC0-468F8C093B41}" dt="2020-12-28T10:45:00.959" v="42" actId="1076"/>
          <ac:spMkLst>
            <pc:docMk/>
            <pc:sldMk cId="2378396444" sldId="271"/>
            <ac:spMk id="12" creationId="{56AE5C2B-ADE6-49BB-A9CB-30866F599328}"/>
          </ac:spMkLst>
        </pc:spChg>
        <pc:spChg chg="mod">
          <ac:chgData name="Øyvind Sunde" userId="4988c3c6-0fd5-4f1d-9969-c9e164673b47" providerId="ADAL" clId="{18F13932-2B1C-4277-BCC0-468F8C093B41}" dt="2020-12-28T10:45:00.959" v="42" actId="1076"/>
          <ac:spMkLst>
            <pc:docMk/>
            <pc:sldMk cId="2378396444" sldId="271"/>
            <ac:spMk id="13" creationId="{0D1B588F-A7B2-4465-B53B-65227578C545}"/>
          </ac:spMkLst>
        </pc:spChg>
        <pc:spChg chg="mod">
          <ac:chgData name="Øyvind Sunde" userId="4988c3c6-0fd5-4f1d-9969-c9e164673b47" providerId="ADAL" clId="{18F13932-2B1C-4277-BCC0-468F8C093B41}" dt="2020-12-28T10:45:00.959" v="42" actId="1076"/>
          <ac:spMkLst>
            <pc:docMk/>
            <pc:sldMk cId="2378396444" sldId="271"/>
            <ac:spMk id="14" creationId="{3C287E32-7C4B-42B6-8BEC-355EECB5D625}"/>
          </ac:spMkLst>
        </pc:spChg>
        <pc:spChg chg="mod">
          <ac:chgData name="Øyvind Sunde" userId="4988c3c6-0fd5-4f1d-9969-c9e164673b47" providerId="ADAL" clId="{18F13932-2B1C-4277-BCC0-468F8C093B41}" dt="2020-12-28T10:45:06.209" v="43" actId="1076"/>
          <ac:spMkLst>
            <pc:docMk/>
            <pc:sldMk cId="2378396444" sldId="271"/>
            <ac:spMk id="15" creationId="{F8DB1B64-613E-46A3-B625-BE717378C56A}"/>
          </ac:spMkLst>
        </pc:spChg>
        <pc:spChg chg="add del mod">
          <ac:chgData name="Øyvind Sunde" userId="4988c3c6-0fd5-4f1d-9969-c9e164673b47" providerId="ADAL" clId="{18F13932-2B1C-4277-BCC0-468F8C093B41}" dt="2020-12-28T10:45:17.632" v="45" actId="21"/>
          <ac:spMkLst>
            <pc:docMk/>
            <pc:sldMk cId="2378396444" sldId="271"/>
            <ac:spMk id="17" creationId="{B7E7E32A-8658-4261-B179-D629B85244E6}"/>
          </ac:spMkLst>
        </pc:spChg>
        <pc:spChg chg="add mod">
          <ac:chgData name="Øyvind Sunde" userId="4988c3c6-0fd5-4f1d-9969-c9e164673b47" providerId="ADAL" clId="{18F13932-2B1C-4277-BCC0-468F8C093B41}" dt="2020-12-28T10:45:37.505" v="89" actId="20577"/>
          <ac:spMkLst>
            <pc:docMk/>
            <pc:sldMk cId="2378396444" sldId="271"/>
            <ac:spMk id="18" creationId="{A2D7C4FB-A3D5-4DB5-B89A-F91FDF433107}"/>
          </ac:spMkLst>
        </pc:spChg>
      </pc:sldChg>
      <pc:sldChg chg="modSp new mod">
        <pc:chgData name="Øyvind Sunde" userId="4988c3c6-0fd5-4f1d-9969-c9e164673b47" providerId="ADAL" clId="{18F13932-2B1C-4277-BCC0-468F8C093B41}" dt="2021-01-07T20:11:59.789" v="2358" actId="6549"/>
        <pc:sldMkLst>
          <pc:docMk/>
          <pc:sldMk cId="72229209" sldId="273"/>
        </pc:sldMkLst>
        <pc:spChg chg="mod">
          <ac:chgData name="Øyvind Sunde" userId="4988c3c6-0fd5-4f1d-9969-c9e164673b47" providerId="ADAL" clId="{18F13932-2B1C-4277-BCC0-468F8C093B41}" dt="2021-01-07T20:11:59.789" v="2358" actId="6549"/>
          <ac:spMkLst>
            <pc:docMk/>
            <pc:sldMk cId="72229209" sldId="273"/>
            <ac:spMk id="2" creationId="{3B708733-F663-438A-BE58-8CCCE649CECA}"/>
          </ac:spMkLst>
        </pc:spChg>
        <pc:spChg chg="mod">
          <ac:chgData name="Øyvind Sunde" userId="4988c3c6-0fd5-4f1d-9969-c9e164673b47" providerId="ADAL" clId="{18F13932-2B1C-4277-BCC0-468F8C093B41}" dt="2021-01-07T20:08:07.988" v="2088" actId="20577"/>
          <ac:spMkLst>
            <pc:docMk/>
            <pc:sldMk cId="72229209" sldId="273"/>
            <ac:spMk id="3" creationId="{50E2FF2A-53B0-4DFC-B737-66C6AF363DA4}"/>
          </ac:spMkLst>
        </pc:spChg>
      </pc:sldChg>
      <pc:sldChg chg="delSp modSp new del mod">
        <pc:chgData name="Øyvind Sunde" userId="4988c3c6-0fd5-4f1d-9969-c9e164673b47" providerId="ADAL" clId="{18F13932-2B1C-4277-BCC0-468F8C093B41}" dt="2021-01-07T19:34:29.677" v="163" actId="47"/>
        <pc:sldMkLst>
          <pc:docMk/>
          <pc:sldMk cId="300744108" sldId="273"/>
        </pc:sldMkLst>
        <pc:spChg chg="mod">
          <ac:chgData name="Øyvind Sunde" userId="4988c3c6-0fd5-4f1d-9969-c9e164673b47" providerId="ADAL" clId="{18F13932-2B1C-4277-BCC0-468F8C093B41}" dt="2021-01-07T19:34:22.079" v="161" actId="6549"/>
          <ac:spMkLst>
            <pc:docMk/>
            <pc:sldMk cId="300744108" sldId="273"/>
            <ac:spMk id="2" creationId="{9CBD8032-027C-4DDE-81FE-35FF66BE8B1D}"/>
          </ac:spMkLst>
        </pc:spChg>
        <pc:spChg chg="del">
          <ac:chgData name="Øyvind Sunde" userId="4988c3c6-0fd5-4f1d-9969-c9e164673b47" providerId="ADAL" clId="{18F13932-2B1C-4277-BCC0-468F8C093B41}" dt="2021-01-07T19:34:25.768" v="162" actId="478"/>
          <ac:spMkLst>
            <pc:docMk/>
            <pc:sldMk cId="300744108" sldId="273"/>
            <ac:spMk id="3" creationId="{095867DF-87BB-4A10-B428-AA695170C435}"/>
          </ac:spMkLst>
        </pc:spChg>
      </pc:sldChg>
      <pc:sldChg chg="modSp new del mod">
        <pc:chgData name="Øyvind Sunde" userId="4988c3c6-0fd5-4f1d-9969-c9e164673b47" providerId="ADAL" clId="{18F13932-2B1C-4277-BCC0-468F8C093B41}" dt="2021-01-07T19:53:44.574" v="2043" actId="47"/>
        <pc:sldMkLst>
          <pc:docMk/>
          <pc:sldMk cId="4164077150" sldId="274"/>
        </pc:sldMkLst>
        <pc:spChg chg="mod">
          <ac:chgData name="Øyvind Sunde" userId="4988c3c6-0fd5-4f1d-9969-c9e164673b47" providerId="ADAL" clId="{18F13932-2B1C-4277-BCC0-468F8C093B41}" dt="2021-01-07T19:48:52.779" v="1774" actId="20577"/>
          <ac:spMkLst>
            <pc:docMk/>
            <pc:sldMk cId="4164077150" sldId="274"/>
            <ac:spMk id="2" creationId="{80F375B9-96EC-4253-904C-0DB5937BD95B}"/>
          </ac:spMkLst>
        </pc:spChg>
        <pc:spChg chg="mod">
          <ac:chgData name="Øyvind Sunde" userId="4988c3c6-0fd5-4f1d-9969-c9e164673b47" providerId="ADAL" clId="{18F13932-2B1C-4277-BCC0-468F8C093B41}" dt="2021-01-07T19:50:35.422" v="1825" actId="207"/>
          <ac:spMkLst>
            <pc:docMk/>
            <pc:sldMk cId="4164077150" sldId="274"/>
            <ac:spMk id="3" creationId="{D29DCA96-57DC-483A-9E35-F2657504D53A}"/>
          </ac:spMkLst>
        </pc:spChg>
      </pc:sldChg>
      <pc:sldChg chg="modSp new mod">
        <pc:chgData name="Øyvind Sunde" userId="4988c3c6-0fd5-4f1d-9969-c9e164673b47" providerId="ADAL" clId="{18F13932-2B1C-4277-BCC0-468F8C093B41}" dt="2021-01-07T20:12:03.848" v="2359" actId="6549"/>
        <pc:sldMkLst>
          <pc:docMk/>
          <pc:sldMk cId="2714372755" sldId="275"/>
        </pc:sldMkLst>
        <pc:spChg chg="mod">
          <ac:chgData name="Øyvind Sunde" userId="4988c3c6-0fd5-4f1d-9969-c9e164673b47" providerId="ADAL" clId="{18F13932-2B1C-4277-BCC0-468F8C093B41}" dt="2021-01-07T20:12:03.848" v="2359" actId="6549"/>
          <ac:spMkLst>
            <pc:docMk/>
            <pc:sldMk cId="2714372755" sldId="275"/>
            <ac:spMk id="2" creationId="{9B04EF4D-E114-41FB-A96C-D263D498E58B}"/>
          </ac:spMkLst>
        </pc:spChg>
        <pc:spChg chg="mod">
          <ac:chgData name="Øyvind Sunde" userId="4988c3c6-0fd5-4f1d-9969-c9e164673b47" providerId="ADAL" clId="{18F13932-2B1C-4277-BCC0-468F8C093B41}" dt="2021-01-07T20:10:18.721" v="2357" actId="6549"/>
          <ac:spMkLst>
            <pc:docMk/>
            <pc:sldMk cId="2714372755" sldId="275"/>
            <ac:spMk id="3" creationId="{136BA850-3A14-41E2-BCA6-DE1B966311E2}"/>
          </ac:spMkLst>
        </pc:spChg>
      </pc:sldChg>
      <pc:sldChg chg="modSp new mod">
        <pc:chgData name="Øyvind Sunde" userId="4988c3c6-0fd5-4f1d-9969-c9e164673b47" providerId="ADAL" clId="{18F13932-2B1C-4277-BCC0-468F8C093B41}" dt="2021-01-07T20:15:29.451" v="2804" actId="6549"/>
        <pc:sldMkLst>
          <pc:docMk/>
          <pc:sldMk cId="409218868" sldId="276"/>
        </pc:sldMkLst>
        <pc:spChg chg="mod">
          <ac:chgData name="Øyvind Sunde" userId="4988c3c6-0fd5-4f1d-9969-c9e164673b47" providerId="ADAL" clId="{18F13932-2B1C-4277-BCC0-468F8C093B41}" dt="2021-01-07T20:12:21.941" v="2385" actId="20577"/>
          <ac:spMkLst>
            <pc:docMk/>
            <pc:sldMk cId="409218868" sldId="276"/>
            <ac:spMk id="2" creationId="{4375E198-C87A-45A2-B013-97C1B2976C36}"/>
          </ac:spMkLst>
        </pc:spChg>
        <pc:spChg chg="mod">
          <ac:chgData name="Øyvind Sunde" userId="4988c3c6-0fd5-4f1d-9969-c9e164673b47" providerId="ADAL" clId="{18F13932-2B1C-4277-BCC0-468F8C093B41}" dt="2021-01-07T20:15:29.451" v="2804" actId="6549"/>
          <ac:spMkLst>
            <pc:docMk/>
            <pc:sldMk cId="409218868" sldId="276"/>
            <ac:spMk id="3" creationId="{A3734CB6-46F0-495D-84D2-88415A4567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D07B1EB-9E93-41BB-A22B-A4F01E95A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FBF0AC3-D2CF-46C1-90EB-E06955555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C1A2D54-E419-40DD-A6F6-17383BE5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008A57E-5759-4198-8050-5E719883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018788C-F458-4E68-A906-2F935217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4711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627C05-6EBB-42F9-BF4B-A64DB8BD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9264152-2857-4DBC-B480-6D9F8E578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6C28E78-4358-48B7-8A36-C70F346B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F93572E-C6D0-48CA-B4EC-C7EF7AF3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E677746-1D15-46A4-8B9C-652CDB14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70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33490D-E2C4-4CF2-B504-C46826C8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0FACB6C-2868-4B23-8739-FDAC9569D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8984A88-D21C-4734-9699-15C187290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1DA4435-60B8-4BC5-89EC-999E654A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2B36CD5-45E7-432D-BF03-BBC1C3AC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2124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027909-61D8-460F-9B89-8B3FAF7D8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8F98FD1-F845-4A68-B001-0F03B1C85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C1E1CBF-3937-4B5E-A9A4-E8E663644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BCF1135-2DD4-45D0-AA51-F049ACFF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9F733D42-EF9A-494E-8787-AF9AA8EA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5AC23B63-4096-4358-A5A2-0FCECA6F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9588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530242E-AC97-4B51-A756-C2E664A8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0F13B61-98B5-45D6-916F-BA976BCF2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7A874CCB-9A3C-4A7A-A01F-CCF06B482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FBC047EA-C83B-4587-B779-ECFC13DB3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235D3763-A964-4F1E-92DD-C78F0D5BE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66AA2C45-1852-4731-A88D-0BAE85B6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C558420F-F5B1-417A-A177-00416595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1CB44C1F-F69D-47DD-B6BB-096E7191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9573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95700F8-ED0C-413F-B41E-AFBCEA4D2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72CB9B61-7F8D-4D34-B281-C34F0117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62D8D33C-CED5-401E-80E0-4E8F8FC9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2519373E-63C5-4D25-947A-EF50A6F8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3016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93EB1713-7CD5-4430-821A-A525AF3A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2A8427F8-8BFC-4315-B4EA-72A324DB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90433897-81BC-421E-911E-56633FA2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6110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7D111D5-A14A-4836-A57D-FB893D52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549CB89-3230-44BB-B1B5-7E42FCD0B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0754CA2D-EBF9-484B-8311-FD9762EA2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1C9DD9C3-4FEA-4FA0-A95D-CF7F0A12F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01ED5FF-934C-4A47-8AE2-65EAF16A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3DAA572C-A4DE-41E5-88E4-A818FF63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1134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671E509-A2F1-45E2-9792-5A84D1753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A197B022-3785-4067-9275-D622BE910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A084EE43-294A-49F5-88E1-D2E358733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DAD6395-F424-400A-A09B-5585C358D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29264175-D4C9-4D8E-BB6B-7D4C7FF3E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B323622A-032F-45A6-A871-0347C3ED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5877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6731041-E693-4140-B160-687FB648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77694C75-87BD-4F14-9A8E-48F4C4DE7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82C48D0-7B84-4330-B881-6DC0BD4C4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EDE088B-80BE-43EC-97A3-406E01D7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11B258D-898C-462A-82D8-588D41A43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946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C9063B0B-FA39-476E-9A40-07E33ED9C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5024A20A-7855-4572-BC69-625D473E4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1518D1D-7A7B-452C-8582-A646A8C3B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5F0F12E-88C1-4601-9B7E-A778F6EF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34246DA-3029-4699-B9A5-B6132FC2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6924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B00D1EDF-4E4B-4DC5-B1CF-5B8112F7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B7009B6-06B9-48E7-A0B4-D4D090792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ED16D37-B10D-437A-8DCF-11D474090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F3803-BBD8-4A22-8FF7-0147234D8A89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7EE064D-6092-44D0-8396-68093FC0C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1196C5C-3EBF-4B34-8D05-9C24D71E9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016B5-CC87-4E62-8170-8E0C9397FB0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9566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5DD7685-C9CE-454E-872F-8BCAC8BFD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1. Hva er et driftsregnskap?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A431261-C4FA-43A3-9B6E-68A6F30B13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BØA 205 campus Bergen</a:t>
            </a:r>
          </a:p>
        </p:txBody>
      </p:sp>
    </p:spTree>
    <p:extLst>
      <p:ext uri="{BB962C8B-B14F-4D97-AF65-F5344CB8AC3E}">
        <p14:creationId xmlns:p14="http://schemas.microsoft.com/office/powerpoint/2010/main" val="1235821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4DE0DC3-5664-4014-B40B-9E04FEA7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Pensum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4769E65-B5DC-4D83-B53B-7FDA9F656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Kapittel 1 i Driftsregnskap og budsjettering</a:t>
            </a:r>
          </a:p>
        </p:txBody>
      </p:sp>
    </p:spTree>
    <p:extLst>
      <p:ext uri="{BB962C8B-B14F-4D97-AF65-F5344CB8AC3E}">
        <p14:creationId xmlns:p14="http://schemas.microsoft.com/office/powerpoint/2010/main" val="1578869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5DB2B8-2849-4323-A81A-F0E4D439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Eksternregnskap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5BAE61B-441C-4FAB-A1CF-72565A40B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Alle bedrifter er </a:t>
            </a:r>
            <a:r>
              <a:rPr lang="nb-NO" u="sng" dirty="0"/>
              <a:t>pålagt</a:t>
            </a:r>
            <a:r>
              <a:rPr lang="nb-NO" dirty="0"/>
              <a:t> å føre eksternregnskap (finansregnskap)</a:t>
            </a:r>
          </a:p>
          <a:p>
            <a:r>
              <a:rPr lang="nb-NO" dirty="0"/>
              <a:t>Eksternregnskap skal vise bedriftens offisielle resultat og økonomiske situasjon (balanse) i en periode</a:t>
            </a:r>
          </a:p>
          <a:p>
            <a:r>
              <a:rPr lang="nb-NO" dirty="0"/>
              <a:t>Eksternregnskap er myntet på </a:t>
            </a:r>
            <a:r>
              <a:rPr lang="nb-NO" u="sng" dirty="0"/>
              <a:t>eksterne</a:t>
            </a:r>
            <a:r>
              <a:rPr lang="nb-NO" dirty="0"/>
              <a:t>: Kunder, banker, investorer </a:t>
            </a:r>
            <a:r>
              <a:rPr lang="nb-NO" dirty="0" err="1"/>
              <a:t>etc</a:t>
            </a:r>
            <a:endParaRPr lang="nb-NO" dirty="0"/>
          </a:p>
          <a:p>
            <a:r>
              <a:rPr lang="nb-NO" dirty="0"/>
              <a:t>Eksternregnskap må utformes i samsvar med krav i </a:t>
            </a:r>
            <a:r>
              <a:rPr lang="nb-NO" u="sng" dirty="0"/>
              <a:t>regnskapsloven</a:t>
            </a:r>
            <a:endParaRPr lang="nb-NO" u="sng" dirty="0">
              <a:solidFill>
                <a:srgbClr val="FF0000"/>
              </a:solidFill>
            </a:endParaRPr>
          </a:p>
          <a:p>
            <a:endParaRPr lang="nb-NO" dirty="0"/>
          </a:p>
          <a:p>
            <a:pPr marL="0" indent="0">
              <a:buNone/>
            </a:pPr>
            <a:r>
              <a:rPr lang="nb-NO" dirty="0">
                <a:solidFill>
                  <a:srgbClr val="FF0000"/>
                </a:solidFill>
              </a:rPr>
              <a:t>Dette kurset omhandler </a:t>
            </a:r>
            <a:r>
              <a:rPr lang="nb-NO" u="sng" dirty="0">
                <a:solidFill>
                  <a:srgbClr val="FF0000"/>
                </a:solidFill>
              </a:rPr>
              <a:t>ikke</a:t>
            </a:r>
            <a:r>
              <a:rPr lang="nb-NO" dirty="0">
                <a:solidFill>
                  <a:srgbClr val="FF0000"/>
                </a:solidFill>
              </a:rPr>
              <a:t> eksternregnskap!</a:t>
            </a:r>
          </a:p>
        </p:txBody>
      </p:sp>
    </p:spTree>
    <p:extLst>
      <p:ext uri="{BB962C8B-B14F-4D97-AF65-F5344CB8AC3E}">
        <p14:creationId xmlns:p14="http://schemas.microsoft.com/office/powerpoint/2010/main" val="420275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5DB2B8-2849-4323-A81A-F0E4D439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Skatteregnskap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5BAE61B-441C-4FAB-A1CF-72565A40B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16916" cy="4519028"/>
          </a:xfrm>
        </p:spPr>
        <p:txBody>
          <a:bodyPr/>
          <a:lstStyle/>
          <a:p>
            <a:r>
              <a:rPr lang="nb-NO" dirty="0"/>
              <a:t>Alle bedrifter er </a:t>
            </a:r>
            <a:r>
              <a:rPr lang="nb-NO" u="sng" dirty="0"/>
              <a:t>pålagt</a:t>
            </a:r>
            <a:r>
              <a:rPr lang="nb-NO" dirty="0"/>
              <a:t> å føre skatteregnskap</a:t>
            </a:r>
          </a:p>
          <a:p>
            <a:r>
              <a:rPr lang="nb-NO" dirty="0"/>
              <a:t>Skatteregnskap er myntet på </a:t>
            </a:r>
            <a:r>
              <a:rPr lang="nb-NO" u="sng" dirty="0"/>
              <a:t>skatteetaten</a:t>
            </a:r>
            <a:r>
              <a:rPr lang="nb-NO" dirty="0"/>
              <a:t> og danner utgangspunkt for beregning av bedrifters skatt</a:t>
            </a:r>
          </a:p>
          <a:p>
            <a:r>
              <a:rPr lang="nb-NO" dirty="0"/>
              <a:t>Skatteregnskap må utformes i samsvar med krav i </a:t>
            </a:r>
            <a:r>
              <a:rPr lang="nb-NO" u="sng" dirty="0"/>
              <a:t>skatteloven</a:t>
            </a:r>
            <a:endParaRPr lang="nb-NO" dirty="0"/>
          </a:p>
          <a:p>
            <a:r>
              <a:rPr lang="nb-NO" dirty="0"/>
              <a:t>Skatteregnskapet kan betraktes som et eksternregnskap hvor enkelte poster må føres i samsvar med skattelovens særregler framfor regnskaps-lovens regler 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>
                <a:solidFill>
                  <a:srgbClr val="FF0000"/>
                </a:solidFill>
              </a:rPr>
              <a:t>Dette kurset omhandler </a:t>
            </a:r>
            <a:r>
              <a:rPr lang="nb-NO" u="sng" dirty="0">
                <a:solidFill>
                  <a:srgbClr val="FF0000"/>
                </a:solidFill>
              </a:rPr>
              <a:t>ikke</a:t>
            </a:r>
            <a:r>
              <a:rPr lang="nb-NO" dirty="0">
                <a:solidFill>
                  <a:srgbClr val="FF0000"/>
                </a:solidFill>
              </a:rPr>
              <a:t> skatteregnskap!</a:t>
            </a:r>
          </a:p>
        </p:txBody>
      </p:sp>
    </p:spTree>
    <p:extLst>
      <p:ext uri="{BB962C8B-B14F-4D97-AF65-F5344CB8AC3E}">
        <p14:creationId xmlns:p14="http://schemas.microsoft.com/office/powerpoint/2010/main" val="1514361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5DB2B8-2849-4323-A81A-F0E4D439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Driftsregnskap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5BAE61B-441C-4FAB-A1CF-72565A40B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9317" cy="4807786"/>
          </a:xfrm>
        </p:spPr>
        <p:txBody>
          <a:bodyPr>
            <a:normAutofit lnSpcReduction="10000"/>
          </a:bodyPr>
          <a:lstStyle/>
          <a:p>
            <a:r>
              <a:rPr lang="nb-NO" dirty="0"/>
              <a:t>Bedrifter er </a:t>
            </a:r>
            <a:r>
              <a:rPr lang="nb-NO" u="sng" dirty="0"/>
              <a:t>ikke pålagt</a:t>
            </a:r>
            <a:r>
              <a:rPr lang="nb-NO" dirty="0"/>
              <a:t> å føre driftsregnskap</a:t>
            </a:r>
          </a:p>
          <a:p>
            <a:r>
              <a:rPr lang="nb-NO" dirty="0"/>
              <a:t>Driftsregnskap er følgelig </a:t>
            </a:r>
            <a:r>
              <a:rPr lang="nb-NO" u="sng" dirty="0"/>
              <a:t>ikke bundet av lover og krav</a:t>
            </a:r>
            <a:r>
              <a:rPr lang="nb-NO" dirty="0"/>
              <a:t> </a:t>
            </a:r>
          </a:p>
          <a:p>
            <a:r>
              <a:rPr lang="nb-NO" dirty="0"/>
              <a:t>Driftsregnskapet er myntet på </a:t>
            </a:r>
            <a:r>
              <a:rPr lang="nb-NO" u="sng" dirty="0"/>
              <a:t>intern bruk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Driftsregnskapet brukes bla. til å følge opp økonomien i bedriftens ulike avdelinger og til bedriftsøkonomiske kalkyler med det formål å gi </a:t>
            </a:r>
            <a:r>
              <a:rPr kumimoji="0" lang="nb-NO" sz="28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bedre økonomistyring</a:t>
            </a: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 bedriften</a:t>
            </a:r>
          </a:p>
          <a:p>
            <a:r>
              <a:rPr lang="nb-NO" dirty="0"/>
              <a:t>Driftsregnskapet legger til grunn </a:t>
            </a:r>
            <a:r>
              <a:rPr lang="nb-NO" u="sng" dirty="0"/>
              <a:t>kalkulatoriske kostnader</a:t>
            </a:r>
            <a:r>
              <a:rPr lang="nb-NO" dirty="0"/>
              <a:t> i den grad de bedriftsøkonomisk korrekte kostnadene avviker fra kostnadene i ekstern-regnskapet</a:t>
            </a:r>
          </a:p>
          <a:p>
            <a:endParaRPr lang="nb-NO" dirty="0"/>
          </a:p>
          <a:p>
            <a:r>
              <a:rPr lang="nb-NO" b="1" dirty="0"/>
              <a:t>Dette kurset omhandler driftsregnskap!</a:t>
            </a:r>
          </a:p>
        </p:txBody>
      </p:sp>
    </p:spTree>
    <p:extLst>
      <p:ext uri="{BB962C8B-B14F-4D97-AF65-F5344CB8AC3E}">
        <p14:creationId xmlns:p14="http://schemas.microsoft.com/office/powerpoint/2010/main" val="765483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B708733-F663-438A-BE58-8CCCE649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Eks: Kalkulatorisk rente på egenkapital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0E2FF2A-53B0-4DFC-B737-66C6AF363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58525" cy="4794250"/>
          </a:xfrm>
        </p:spPr>
        <p:txBody>
          <a:bodyPr>
            <a:normAutofit/>
          </a:bodyPr>
          <a:lstStyle/>
          <a:p>
            <a:r>
              <a:rPr lang="nb-NO" dirty="0"/>
              <a:t>I eksternregnskapet føres rentekostnader knyttet til gjeld, men ikke rentekostnader knyttet til egenkapital</a:t>
            </a:r>
          </a:p>
          <a:p>
            <a:r>
              <a:rPr lang="nb-NO" dirty="0"/>
              <a:t>Men egenkapitalen som er bundet i bedriften har alternative plasseringer som ville ha gitt avkastning, men som man altså går glipp av</a:t>
            </a:r>
          </a:p>
          <a:p>
            <a:r>
              <a:rPr lang="nb-NO" dirty="0"/>
              <a:t>Derfor beregner man i driftsregnskapet en </a:t>
            </a:r>
            <a:r>
              <a:rPr lang="nb-NO" u="sng" dirty="0"/>
              <a:t>kalkulatorisk rentekostnad</a:t>
            </a:r>
            <a:r>
              <a:rPr lang="nb-NO" dirty="0"/>
              <a:t> som skal gjenspeile alternativkostnaden til egenkapitalen</a:t>
            </a:r>
          </a:p>
          <a:p>
            <a:r>
              <a:rPr lang="nb-NO" dirty="0"/>
              <a:t>Det er rimelig å sette den kalkulatoriske renten lik den avkastningen man alternativt ville ha kunnet oppnå ved en plassering med tilsvarende usikkerhet</a:t>
            </a:r>
          </a:p>
          <a:p>
            <a:pPr lvl="1"/>
            <a:r>
              <a:rPr lang="nb-NO" dirty="0"/>
              <a:t>Fordi det er større usikkerhet knyttet til forretningsdrift enn plasseringer i bank vil den kalkulatoriske renten typisk settes høyere enn bankrenten 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2229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B04EF4D-E114-41FB-A96C-D263D498E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Eks: Kalkulatorisk eierlønn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36BA850-3A14-41E2-BCA6-DE1B96631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Den tiden en eier bruker på å jobbe i egen bedrift har en alternativ-kostnad, nemlig den lønna som eieren går glipp av ved å jobbe i bedriften framfor i en annen lønnet jobb</a:t>
            </a:r>
          </a:p>
          <a:p>
            <a:r>
              <a:rPr lang="nb-NO" dirty="0"/>
              <a:t>Derfor beregner man i driftsregnskapet en </a:t>
            </a:r>
            <a:r>
              <a:rPr lang="nb-NO" u="sng" dirty="0"/>
              <a:t>kalkulatorisk lønn</a:t>
            </a:r>
            <a:r>
              <a:rPr lang="nb-NO" dirty="0"/>
              <a:t> som skal gjenspeile alternativkostnaden til den tiden eieren bruker til å jobbe i egen bedrift </a:t>
            </a:r>
          </a:p>
        </p:txBody>
      </p:sp>
    </p:spTree>
    <p:extLst>
      <p:ext uri="{BB962C8B-B14F-4D97-AF65-F5344CB8AC3E}">
        <p14:creationId xmlns:p14="http://schemas.microsoft.com/office/powerpoint/2010/main" val="2714372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375E198-C87A-45A2-B013-97C1B297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Eks: Kalkulatorisk avskrivning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3734CB6-46F0-495D-84D2-88415A45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91825" cy="4460875"/>
          </a:xfrm>
        </p:spPr>
        <p:txBody>
          <a:bodyPr/>
          <a:lstStyle/>
          <a:p>
            <a:r>
              <a:rPr lang="nb-NO" dirty="0"/>
              <a:t>I ekstern- og skatteregnskapet beregnes avskrivninger på bakgrunn av historisk anskaffelseskost og i samsvar med lovgivningens satser</a:t>
            </a:r>
          </a:p>
          <a:p>
            <a:r>
              <a:rPr lang="nb-NO" dirty="0"/>
              <a:t>De bedriftsøkonomisk korrekte avskrivningene kan imidlertid avvike fra de avskrivningene som ligger til grunn i ekstern- og skatteregnskapet</a:t>
            </a:r>
          </a:p>
          <a:p>
            <a:r>
              <a:rPr lang="nb-NO" dirty="0"/>
              <a:t>Derfor beregner man i driftsregnskapet en </a:t>
            </a:r>
            <a:r>
              <a:rPr lang="nb-NO" u="sng" dirty="0"/>
              <a:t>kalkulatorisk avskrivning </a:t>
            </a:r>
            <a:r>
              <a:rPr lang="nb-NO" dirty="0"/>
              <a:t>som skal gjenspeile den bedriftsøkonomisk korrekte avskrivningen</a:t>
            </a:r>
          </a:p>
        </p:txBody>
      </p:sp>
    </p:spTree>
    <p:extLst>
      <p:ext uri="{BB962C8B-B14F-4D97-AF65-F5344CB8AC3E}">
        <p14:creationId xmlns:p14="http://schemas.microsoft.com/office/powerpoint/2010/main" val="409218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414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Office-tema</vt:lpstr>
      <vt:lpstr>1. Hva er et driftsregnskap?</vt:lpstr>
      <vt:lpstr>Pensum</vt:lpstr>
      <vt:lpstr>Eksternregnskap</vt:lpstr>
      <vt:lpstr>Skatteregnskap</vt:lpstr>
      <vt:lpstr>Driftsregnskap</vt:lpstr>
      <vt:lpstr>Eks: Kalkulatorisk rente på egenkapital</vt:lpstr>
      <vt:lpstr>Eks: Kalkulatorisk eierlønn</vt:lpstr>
      <vt:lpstr>Eks: Kalkulatorisk avskrivning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BØA205 Økonomistyring</dc:title>
  <dc:creator>Øyvind Sunde</dc:creator>
  <cp:lastModifiedBy>Øyvind Sunde</cp:lastModifiedBy>
  <cp:revision>12</cp:revision>
  <dcterms:created xsi:type="dcterms:W3CDTF">2020-12-28T08:36:23Z</dcterms:created>
  <dcterms:modified xsi:type="dcterms:W3CDTF">2022-01-07T06:19:56Z</dcterms:modified>
</cp:coreProperties>
</file>